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37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3152"/>
            <a:ext cx="54864" cy="5070348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Assault Detection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Alert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7772400" cy="27432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ID: MP2025CSE169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Guru prasad M 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  |  B.Tech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00332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" cy="11887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JIYA RANJAN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2021256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91440" cy="11887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2021468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Growing Threat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behavior in public spaces is a major concern for communities and law enforcement worldwide.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Limitation of Manual Surveillance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9844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CCTV systems depend on human operators — watching hours of footage leads to fatigue and missed incidents.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41148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Need for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system is needed that can detect violence in real time without human intervention.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43200"/>
            <a:ext cx="41148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based deep learning model provides high accuracy (93%) with lightweight, real-time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AIM: To develop a real-time surveillance system that can automatically recognize violent activity and immediately alert the concerned authorities.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2697480" cy="548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73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incidents last only a few seconds. The system must process live video feeds continuously with minimal delay.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6459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645920"/>
            <a:ext cx="269748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73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Reliability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minimize false positives (wrong alarms) and false negatives (missed violence) even in low-res CCTV footage.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45920"/>
            <a:ext cx="269748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73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violence alone is not enough — the system must instantly notify authorities with image, time and location.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395020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[1]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Violence Detection from Industrial Surveillance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Deep Learning + CNN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High accuracy on industrial CCTV footage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[2]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Literature Review of Deep-Learning-Based Violence Detection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Survey of CNN, LSTM, 3D CNN methods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Comprehensive review of state-of-art models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[3]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Violence Detection Using Deep Learning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ResNet based CNN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Strong precision and recall metrics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[4]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Spatio-temporal Model with 2D CNNs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Attention + 2D CNN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Efficient spatial and temporal feature extraction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[5]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Real-Time Violence Detection Using Hybrid Deep Learning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ResNet50V2 + Bi-LSTM + BiGRU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Reduced false positives significantly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8696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automated real-time violence detection 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299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MobileNet V2 for efficient violence classification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815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9900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accurate human detection using Faster R-CNN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3192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330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process only relevant video frames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77724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784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88696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Telegram-based alert mechanism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82880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299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193852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reliability using counter-based confirmation (30 frames)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80360"/>
            <a:ext cx="502920" cy="8686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8152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29900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validate MobileNet V2 vs CNN-LSTM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3444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08760" y="1645920"/>
            <a:ext cx="228600" cy="0"/>
          </a:xfrm>
          <a:prstGeom prst="line">
            <a:avLst/>
          </a:prstGeom>
          <a:noFill/>
          <a:ln w="25400">
            <a:solidFill>
              <a:srgbClr val="00C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005840"/>
            <a:ext cx="1234440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228600" cy="0"/>
          </a:xfrm>
          <a:prstGeom prst="line">
            <a:avLst/>
          </a:prstGeom>
          <a:noFill/>
          <a:ln w="25400">
            <a:solidFill>
              <a:srgbClr val="00C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1234440" cy="12801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(Faster R-CNN)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1645920"/>
            <a:ext cx="228600" cy="0"/>
          </a:xfrm>
          <a:prstGeom prst="line">
            <a:avLst/>
          </a:prstGeom>
          <a:noFill/>
          <a:ln w="25400">
            <a:solidFill>
              <a:srgbClr val="00C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05840"/>
            <a:ext cx="1234440" cy="128016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(MobileNet V2)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97880" y="1645920"/>
            <a:ext cx="228600" cy="0"/>
          </a:xfrm>
          <a:prstGeom prst="line">
            <a:avLst/>
          </a:prstGeom>
          <a:noFill/>
          <a:ln w="25400">
            <a:solidFill>
              <a:srgbClr val="00C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005840"/>
            <a:ext cx="1234440" cy="12801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60920" y="1645920"/>
            <a:ext cx="228600" cy="0"/>
          </a:xfrm>
          <a:prstGeom prst="line">
            <a:avLst/>
          </a:prstGeom>
          <a:noFill/>
          <a:ln w="25400">
            <a:solidFill>
              <a:srgbClr val="00C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005840"/>
            <a:ext cx="123444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0515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0" y="148132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2743200" cy="21945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Human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09067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(pre-trained) detects presence of humans in each frame. Frames without humans are discarded immediately to save computation.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2651760"/>
            <a:ext cx="2743200" cy="21945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9184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Violence 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09067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classifies each human-detected frame as Violent or Non-Violent. 93% accuracy achieved on the dataset.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651760"/>
            <a:ext cx="2743200" cy="21945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Alert System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090672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violence is confirmed in 50 consecutive frames, a Telegram bot sends an alert with image, timestamp and camera location to authorities.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Video Clips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2801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Non-Violence Class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2801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Clip Duration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73152" cy="10972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clips sourced from real CCTV footage — closely matching real-world surveillance scenarios.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31720"/>
            <a:ext cx="73152" cy="10972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743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videos from each class (violence and non-violence) used per epoch — balanced and unbiased training.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73152" cy="10972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Platform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Colaboratory used with GPU/TPU support for high computational training requirements.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611880"/>
            <a:ext cx="73152" cy="10972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TensorFlow and OpenCV libraries used for model building, training and video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— Violence Detection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 V2?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Lightweight — runs on standard hardware without expensive GPU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Depthwise Separable Convolution — 8-9x less computation than normal CNN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Pre-trained on ImageNet — no need to train from scratch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Transfer Learning — fine-tuned on violence dataset easily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93% accuracy achieved — best among compared models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performance — fast enough for live CCTV processing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777240"/>
            <a:ext cx="3291840" cy="40233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325880"/>
            <a:ext cx="30175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3624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Bottleneck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1600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channel dimensions to reduce info loss from ReLU activation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103120"/>
            <a:ext cx="30175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1396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 Block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Narrow-Wide-Narrow structure reduces memory footprint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880360"/>
            <a:ext cx="30175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9169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0" y="3154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narrow layers — reduces memory usage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657600"/>
            <a:ext cx="30175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69417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Blocks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Stride-1 for residual, Stride-2 for resizing — efficient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— Working Mechanism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08760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detected in 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325880"/>
            <a:ext cx="201168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777240"/>
            <a:ext cx="150876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4248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84248" y="10972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initialized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93008" y="1325880"/>
            <a:ext cx="201168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4176" y="777240"/>
            <a:ext cx="1508760" cy="10972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94176" y="10972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next 50 consecutive frames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02936" y="1325880"/>
            <a:ext cx="201168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4104" y="777240"/>
            <a:ext cx="150876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04104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10972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frames violent?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1325880"/>
            <a:ext cx="201168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777240"/>
            <a:ext cx="1508760" cy="10972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14032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4032" y="10972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Telegram Alert!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057400"/>
            <a:ext cx="859536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any frame in between is Non-Violent → Counter resets to 0 and process restarts from beginning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Message Contains: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246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432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Image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0416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frame of the violent activity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32004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54680" y="3246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15468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40416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date and time of incident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246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035040" y="3703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35040" y="40416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Detection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Live video from camera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Violence detected frames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Capture frame F from camera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Detect humans in 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If no humans: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Discard F → Go to Step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Pass F to MobileNet V2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If Non-Violent: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Discard F → Go to Step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If Violent: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Save 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Pass F to Alert Module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Go to Step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Violence detected frame 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Alert via Telegram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Initialize counter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F is Violent: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Set counter 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For next 30 frames Fi: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Fi is Violent: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counter = counter + 1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Else: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Reset counter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Go to Step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If counter = 50: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Get timestamp 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Get location 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Connect to Telegram Bot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Send (Image, T, 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Go to Step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22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Samples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MobileNet V2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21214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Non-Violence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1778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Violence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2416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Overall 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6D4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6D4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6D4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C6D4"/>
                          </a:solidFill>
                        </a:rPr>
                        <a:t>4194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9994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669182"/>
              </p:ext>
            </p:extLst>
          </p:nvPr>
        </p:nvGraphicFramePr>
        <p:xfrm>
          <a:off x="457200" y="822960"/>
          <a:ext cx="8229600" cy="2148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Sl. No.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 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Duration (Days)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Deploying the Real-Time Assault Detection and Alert System in an actual surveillance environment by connecting it to live CCTV cameras to evaluate and validate its performance under real-world conditions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Real-Time Assault Detection and Alert System using MobileNet V2 deep learning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544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V2 achieved 93% accuracy outperforming CNN-LSTM (89%) with no overfitting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2402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used for human detection ensures only relevant frames are processed for efficiency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26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Telegram alert with image and timestamp no manual monitoring required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11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6118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Counter-based 15-frame confirmation mechanism minimizes false alarms effectively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97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Deploy system on live CCTV cameras in real-world surveillance environment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1381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H. Khan, X. Yuan, L. Qingge and K. Roy, "Violence Detection From Industrial Surveillance Videos Using Deep Learning," in IEEE Access, vol. 13, pp. 15363-15375, 2025.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898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P. Negre et al., "Literature Review of Deep-Learning-Based Detection of Violence in Video," in Sensors, vol. 24, no. 12, art. no. 4016, 2024.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01952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659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Hsairi, S. M. Alosaimi and G. A. Alharaz, "Violence Detection Using Deep Learning," in Arabian Journal for Science and Engineering, vol. 50, pp. 11669-11679, 2024.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78024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78024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420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 Mahmoodi and H. Nezamabadi-pour, "A Spatio-temporal Model for Violence Detection Based on Spatial and Temporal Attention Modules and 2D CNNs," in Pattern Analysis and Applications, vol. 27, art. no. 46, 2024.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54096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1810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Q. Jiang and H. Huang, "IDG-ViolenceNet: A Video Violence Detection Model Integrating Identity-Aware Graphs and 3D-CNN," in Sensors, vol. 25, no. 20, art. no. 6272, 2025.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630168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6941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M. Inayathulla et al., "Enhancing Real-Time Violence Detection in Video Surveillance Using Hybrid Deep Learning Model," in JOWUA, vol. 16, no. 1, pp. 344-361, 2025.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206240"/>
            <a:ext cx="64008" cy="502920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2702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K. Merit and M. Beladgham, "AI-based Violent Incident Detection in Surveillance Videos to Enhance Public Safety," in JTIT, vol. 102, no. 4, pp. 77-89, 2025.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Assault Detection and Alert System Using Deep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46120"/>
            <a:ext cx="3657600" cy="27432"/>
          </a:xfrm>
          <a:prstGeom prst="rect">
            <a:avLst/>
          </a:prstGeom>
          <a:solidFill>
            <a:srgbClr val="00C6D4"/>
          </a:solidFill>
          <a:ln w="12700">
            <a:solidFill>
              <a:srgbClr val="00C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1467</Words>
  <Application>Microsoft Office PowerPoint</Application>
  <PresentationFormat>On-screen Show (16:9)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Assault Detection and Alert System Using Deep Learning</dc:title>
  <dc:subject>PptxGenJS Presentation</dc:subject>
  <dc:creator>PptxGenJS</dc:creator>
  <cp:lastModifiedBy>Jiya Ranjan</cp:lastModifiedBy>
  <cp:revision>6</cp:revision>
  <dcterms:created xsi:type="dcterms:W3CDTF">2026-03-19T07:45:34Z</dcterms:created>
  <dcterms:modified xsi:type="dcterms:W3CDTF">2026-03-19T09:01:29Z</dcterms:modified>
</cp:coreProperties>
</file>